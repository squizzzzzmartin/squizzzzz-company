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EF9B63-933B-CC8E-043A-930367BAD2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C9A485E-53FC-B22B-2F45-FE0888AEE3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E17B82A-28E1-972E-FA37-C3B6BFF99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E15BB-14BD-BE41-B592-78323277133A}" type="datetimeFigureOut">
              <a:rPr lang="de-DE" smtClean="0"/>
              <a:t>02.07.26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F0108A6-15FA-7CEE-89EA-C9BA501A0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B5D973B-7BA6-E987-B3AD-9070CD048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3D3E-49AA-1A4A-8EBC-60B10741D4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7701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29F9FD-1954-A7CC-4656-42FD1BD90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3EAEC09-4ACB-0349-4C1B-24B09208A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FBFCB7-65EE-A902-8AA2-BFE3E2A52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E15BB-14BD-BE41-B592-78323277133A}" type="datetimeFigureOut">
              <a:rPr lang="de-DE" smtClean="0"/>
              <a:t>02.07.26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E58798E-89BC-E33B-91C4-50A390750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F4878AC-0128-DA9A-F1C6-F15B5DE7A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3D3E-49AA-1A4A-8EBC-60B10741D4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5302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80937F-D086-50DA-76A1-A40572D7D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3F02AA2-69ED-C04B-480E-4DFFDAC171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3AFD36E-6C1D-0DE5-0F1F-B4395C2D3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E15BB-14BD-BE41-B592-78323277133A}" type="datetimeFigureOut">
              <a:rPr lang="de-DE" smtClean="0"/>
              <a:t>02.07.26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6479182-C691-CD18-2D17-EAFA5D3A4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36B669A-1A3E-59A2-690D-0969F92D2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3D3E-49AA-1A4A-8EBC-60B10741D4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4591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01FEE8-6AB0-0F01-2BE4-601BCA1DA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14BD47-3414-5866-8DE0-DCD4D81290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6F5ED2C-5DE0-0A64-19C5-8FB9545C89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7A5343A-2EE2-0981-9F3B-5FCD3FBEF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E15BB-14BD-BE41-B592-78323277133A}" type="datetimeFigureOut">
              <a:rPr lang="de-DE" smtClean="0"/>
              <a:t>02.07.26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B816AE3-AD0C-B6FF-4122-0E3102FDF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4B4C708-5945-F3FF-C19D-7A7EF920D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3D3E-49AA-1A4A-8EBC-60B10741D4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1943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6C98E1-9DC0-34AA-03D9-6A3712466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16D646D-6F14-7DA1-8ECA-AAEA50ACE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18020A6-B116-6DE3-9CA9-08584717CA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D970C01-9C6A-C1D7-531B-E3BB6E2A91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D150435-9A32-A80B-0BA2-2C6877E069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E50EC2A-403D-C3A8-EB05-B3CE384E3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E15BB-14BD-BE41-B592-78323277133A}" type="datetimeFigureOut">
              <a:rPr lang="de-DE" smtClean="0"/>
              <a:t>02.07.26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2DCA880-5713-5561-F29F-8DD9C9C73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B903EA8-2B41-36AA-BCF8-73A597FC4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3D3E-49AA-1A4A-8EBC-60B10741D4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713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A823FA-1120-0B0E-C8D8-549B056CB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2029CF6-0E8F-77D1-7C06-F8EDDFC4E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E15BB-14BD-BE41-B592-78323277133A}" type="datetimeFigureOut">
              <a:rPr lang="de-DE" smtClean="0"/>
              <a:t>02.07.26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2AD34C3-483C-0B58-8A89-9996802B4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846ECF1-1564-0EDF-A03F-CF11E7EE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3D3E-49AA-1A4A-8EBC-60B10741D4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6881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224EE43-3030-30BB-678B-633264A2F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E15BB-14BD-BE41-B592-78323277133A}" type="datetimeFigureOut">
              <a:rPr lang="de-DE" smtClean="0"/>
              <a:t>02.07.26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EC2533F-4B18-893A-23DC-8FAE86675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DB87076-5158-E8A7-B87E-28A76076D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3D3E-49AA-1A4A-8EBC-60B10741D4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0217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67EF50-AC10-555D-3136-05C7770F8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6337DF-77CB-20C9-9545-8FA75090E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1682625-E39F-AF71-C582-D1D13B848B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18ACD7A-FED6-FBE6-93E9-86EEEC39E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E15BB-14BD-BE41-B592-78323277133A}" type="datetimeFigureOut">
              <a:rPr lang="de-DE" smtClean="0"/>
              <a:t>02.07.26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0C98D30-12EF-B3FA-4FF5-45420EEB6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F63A628-9508-B360-FEA7-82B38B57E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3D3E-49AA-1A4A-8EBC-60B10741D4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4979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67DBF5-D706-EFAE-97B8-E7BA012A0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B5636D8-DF12-2E35-AA96-0F9B40DC8F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A1C424C-5295-24D5-104D-8D7C19530F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74B75C7-C2EF-9B3B-B538-0C343C421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E15BB-14BD-BE41-B592-78323277133A}" type="datetimeFigureOut">
              <a:rPr lang="de-DE" smtClean="0"/>
              <a:t>02.07.26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48A4201-2A28-9B82-6E2E-01D8C913A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9158C8B-447F-FC45-C95F-9B5CCA37D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3D3E-49AA-1A4A-8EBC-60B10741D4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2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E3375F-B287-C701-81A9-7A1869CE7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355ACC4-52F1-35DC-B361-A6DC4FFF73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62FAFE5-5F0E-D98F-424D-6BB9F1C50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E15BB-14BD-BE41-B592-78323277133A}" type="datetimeFigureOut">
              <a:rPr lang="de-DE" smtClean="0"/>
              <a:t>02.07.26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A78AF61-35AF-2A83-1819-52560335C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F58D67B-74A7-5E1E-FBD2-10120B95D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3D3E-49AA-1A4A-8EBC-60B10741D4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5405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D8E6CB9-85A0-0526-46C6-2C92F7D797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A2AAD61-A933-75B0-EBF8-F302BD9222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A406276-75C7-8DC4-B37F-5E3320725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E15BB-14BD-BE41-B592-78323277133A}" type="datetimeFigureOut">
              <a:rPr lang="de-DE" smtClean="0"/>
              <a:t>02.07.26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15A6B8-C6CE-6183-94E4-9C6A4AC3D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377F6CE-1FB8-CC51-97C2-EFC39196D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3D3E-49AA-1A4A-8EBC-60B10741D4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7585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839C9EA-A487-0D3D-8A9A-548A2119E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FECD66A-BE3C-23ED-C040-4FCBDE011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88A298D-F596-FD66-6924-3130152724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3E15BB-14BD-BE41-B592-78323277133A}" type="datetimeFigureOut">
              <a:rPr lang="de-DE" smtClean="0"/>
              <a:t>02.07.26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BC18A54-0AB4-87C5-FC2E-BFFFF28160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DD824CA-5EA3-455B-CF30-6383959486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673D3E-49AA-1A4A-8EBC-60B10741D4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0649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hmen 3">
            <a:extLst>
              <a:ext uri="{FF2B5EF4-FFF2-40B4-BE49-F238E27FC236}">
                <a16:creationId xmlns:a16="http://schemas.microsoft.com/office/drawing/2014/main" id="{0C63B4A3-6AD0-BD91-87BE-228F1246FE23}"/>
              </a:ext>
            </a:extLst>
          </p:cNvPr>
          <p:cNvSpPr/>
          <p:nvPr/>
        </p:nvSpPr>
        <p:spPr>
          <a:xfrm>
            <a:off x="5032744" y="332266"/>
            <a:ext cx="2126512" cy="483782"/>
          </a:xfrm>
          <a:prstGeom prst="fram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Martin</a:t>
            </a:r>
          </a:p>
        </p:txBody>
      </p:sp>
      <p:sp>
        <p:nvSpPr>
          <p:cNvPr id="5" name="Rahmen 4">
            <a:extLst>
              <a:ext uri="{FF2B5EF4-FFF2-40B4-BE49-F238E27FC236}">
                <a16:creationId xmlns:a16="http://schemas.microsoft.com/office/drawing/2014/main" id="{FC4C2232-3ED0-BA4C-3C00-8F96DAEB0960}"/>
              </a:ext>
            </a:extLst>
          </p:cNvPr>
          <p:cNvSpPr/>
          <p:nvPr/>
        </p:nvSpPr>
        <p:spPr>
          <a:xfrm>
            <a:off x="2906232" y="1329067"/>
            <a:ext cx="2126512" cy="483782"/>
          </a:xfrm>
          <a:prstGeom prst="fram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chemeClr val="tx1"/>
                </a:solidFill>
              </a:rPr>
              <a:t>SQUIZZZzZ</a:t>
            </a:r>
            <a:r>
              <a:rPr lang="de-DE" sz="1400" dirty="0">
                <a:solidFill>
                  <a:schemeClr val="tx1"/>
                </a:solidFill>
              </a:rPr>
              <a:t> (Unternehmen)</a:t>
            </a:r>
          </a:p>
        </p:txBody>
      </p:sp>
      <p:sp>
        <p:nvSpPr>
          <p:cNvPr id="6" name="Rahmen 5">
            <a:extLst>
              <a:ext uri="{FF2B5EF4-FFF2-40B4-BE49-F238E27FC236}">
                <a16:creationId xmlns:a16="http://schemas.microsoft.com/office/drawing/2014/main" id="{B98265F2-251B-7A6D-1576-85AC1B388BBD}"/>
              </a:ext>
            </a:extLst>
          </p:cNvPr>
          <p:cNvSpPr/>
          <p:nvPr/>
        </p:nvSpPr>
        <p:spPr>
          <a:xfrm>
            <a:off x="432388" y="2461435"/>
            <a:ext cx="2126512" cy="483782"/>
          </a:xfrm>
          <a:prstGeom prst="fram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Orange Codex</a:t>
            </a:r>
          </a:p>
        </p:txBody>
      </p:sp>
      <p:sp>
        <p:nvSpPr>
          <p:cNvPr id="7" name="Rahmen 6">
            <a:extLst>
              <a:ext uri="{FF2B5EF4-FFF2-40B4-BE49-F238E27FC236}">
                <a16:creationId xmlns:a16="http://schemas.microsoft.com/office/drawing/2014/main" id="{C7223F1D-12B4-10AC-D058-A23B632985ED}"/>
              </a:ext>
            </a:extLst>
          </p:cNvPr>
          <p:cNvSpPr/>
          <p:nvPr/>
        </p:nvSpPr>
        <p:spPr>
          <a:xfrm>
            <a:off x="2906231" y="2461435"/>
            <a:ext cx="2126512" cy="483782"/>
          </a:xfrm>
          <a:prstGeom prst="fram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SOS</a:t>
            </a:r>
          </a:p>
        </p:txBody>
      </p:sp>
      <p:sp>
        <p:nvSpPr>
          <p:cNvPr id="8" name="Rahmen 7">
            <a:extLst>
              <a:ext uri="{FF2B5EF4-FFF2-40B4-BE49-F238E27FC236}">
                <a16:creationId xmlns:a16="http://schemas.microsoft.com/office/drawing/2014/main" id="{90A725E3-FB10-0216-4A7E-BA54E64A8719}"/>
              </a:ext>
            </a:extLst>
          </p:cNvPr>
          <p:cNvSpPr/>
          <p:nvPr/>
        </p:nvSpPr>
        <p:spPr>
          <a:xfrm>
            <a:off x="2906232" y="3673181"/>
            <a:ext cx="2126512" cy="483782"/>
          </a:xfrm>
          <a:prstGeom prst="fram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chemeClr val="tx1"/>
                </a:solidFill>
              </a:rPr>
              <a:t>SQUIZZZzZ</a:t>
            </a:r>
            <a:r>
              <a:rPr lang="de-DE" sz="1400" dirty="0">
                <a:solidFill>
                  <a:schemeClr val="tx1"/>
                </a:solidFill>
              </a:rPr>
              <a:t> Welt</a:t>
            </a:r>
          </a:p>
        </p:txBody>
      </p:sp>
      <p:sp>
        <p:nvSpPr>
          <p:cNvPr id="9" name="Rahmen 8">
            <a:extLst>
              <a:ext uri="{FF2B5EF4-FFF2-40B4-BE49-F238E27FC236}">
                <a16:creationId xmlns:a16="http://schemas.microsoft.com/office/drawing/2014/main" id="{770EBD0E-3B67-541E-0763-7E8595A7E04D}"/>
              </a:ext>
            </a:extLst>
          </p:cNvPr>
          <p:cNvSpPr/>
          <p:nvPr/>
        </p:nvSpPr>
        <p:spPr>
          <a:xfrm>
            <a:off x="2906231" y="4558711"/>
            <a:ext cx="2126512" cy="483782"/>
          </a:xfrm>
          <a:prstGeom prst="fram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Projekte/Events</a:t>
            </a:r>
          </a:p>
        </p:txBody>
      </p:sp>
      <p:sp>
        <p:nvSpPr>
          <p:cNvPr id="10" name="Rahmen 9">
            <a:extLst>
              <a:ext uri="{FF2B5EF4-FFF2-40B4-BE49-F238E27FC236}">
                <a16:creationId xmlns:a16="http://schemas.microsoft.com/office/drawing/2014/main" id="{CFD74D98-3521-DCA7-B62B-9A5234C25974}"/>
              </a:ext>
            </a:extLst>
          </p:cNvPr>
          <p:cNvSpPr/>
          <p:nvPr/>
        </p:nvSpPr>
        <p:spPr>
          <a:xfrm>
            <a:off x="5287922" y="2461435"/>
            <a:ext cx="2126512" cy="483782"/>
          </a:xfrm>
          <a:prstGeom prst="fram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chemeClr val="tx1"/>
                </a:solidFill>
              </a:rPr>
              <a:t>SQUIZZZzZ</a:t>
            </a:r>
            <a:r>
              <a:rPr lang="de-DE" sz="1400" dirty="0">
                <a:solidFill>
                  <a:schemeClr val="tx1"/>
                </a:solidFill>
              </a:rPr>
              <a:t> Knowledge</a:t>
            </a:r>
          </a:p>
        </p:txBody>
      </p:sp>
      <p:sp>
        <p:nvSpPr>
          <p:cNvPr id="11" name="Rahmen 10">
            <a:extLst>
              <a:ext uri="{FF2B5EF4-FFF2-40B4-BE49-F238E27FC236}">
                <a16:creationId xmlns:a16="http://schemas.microsoft.com/office/drawing/2014/main" id="{BB760A0F-695A-7007-93A5-2639FD68D671}"/>
              </a:ext>
            </a:extLst>
          </p:cNvPr>
          <p:cNvSpPr/>
          <p:nvPr/>
        </p:nvSpPr>
        <p:spPr>
          <a:xfrm>
            <a:off x="8222512" y="1329067"/>
            <a:ext cx="2126512" cy="483782"/>
          </a:xfrm>
          <a:prstGeom prst="fram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Academy</a:t>
            </a:r>
          </a:p>
        </p:txBody>
      </p:sp>
      <p:cxnSp>
        <p:nvCxnSpPr>
          <p:cNvPr id="14" name="Gewinkelte Verbindung 13">
            <a:extLst>
              <a:ext uri="{FF2B5EF4-FFF2-40B4-BE49-F238E27FC236}">
                <a16:creationId xmlns:a16="http://schemas.microsoft.com/office/drawing/2014/main" id="{0CB0AF8C-6ACD-B312-0F67-9F69D9B2BE9E}"/>
              </a:ext>
            </a:extLst>
          </p:cNvPr>
          <p:cNvCxnSpPr>
            <a:stCxn id="4" idx="2"/>
            <a:endCxn id="5" idx="0"/>
          </p:cNvCxnSpPr>
          <p:nvPr/>
        </p:nvCxnSpPr>
        <p:spPr>
          <a:xfrm rot="5400000">
            <a:off x="4776235" y="9301"/>
            <a:ext cx="513019" cy="2126512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winkelte Verbindung 14">
            <a:extLst>
              <a:ext uri="{FF2B5EF4-FFF2-40B4-BE49-F238E27FC236}">
                <a16:creationId xmlns:a16="http://schemas.microsoft.com/office/drawing/2014/main" id="{7C095005-C395-9BCB-D463-DEA1BA8879CB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rot="5400000">
            <a:off x="2408273" y="900220"/>
            <a:ext cx="648586" cy="2473844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winkelte Verbindung 17">
            <a:extLst>
              <a:ext uri="{FF2B5EF4-FFF2-40B4-BE49-F238E27FC236}">
                <a16:creationId xmlns:a16="http://schemas.microsoft.com/office/drawing/2014/main" id="{7E9B66A4-9CCC-F63F-949C-ADED595CF89A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rot="5400000">
            <a:off x="3645195" y="2137142"/>
            <a:ext cx="648586" cy="1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winkelte Verbindung 20">
            <a:extLst>
              <a:ext uri="{FF2B5EF4-FFF2-40B4-BE49-F238E27FC236}">
                <a16:creationId xmlns:a16="http://schemas.microsoft.com/office/drawing/2014/main" id="{C51DEE12-53A9-9217-A8DF-1BB0AB285C32}"/>
              </a:ext>
            </a:extLst>
          </p:cNvPr>
          <p:cNvCxnSpPr>
            <a:cxnSpLocks/>
            <a:stCxn id="5" idx="2"/>
            <a:endCxn id="10" idx="0"/>
          </p:cNvCxnSpPr>
          <p:nvPr/>
        </p:nvCxnSpPr>
        <p:spPr>
          <a:xfrm rot="16200000" flipH="1">
            <a:off x="4836040" y="946297"/>
            <a:ext cx="648586" cy="2381690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winkelte Verbindung 23">
            <a:extLst>
              <a:ext uri="{FF2B5EF4-FFF2-40B4-BE49-F238E27FC236}">
                <a16:creationId xmlns:a16="http://schemas.microsoft.com/office/drawing/2014/main" id="{3CB7F5B8-EBE7-0E74-4CE4-5280F6063A4A}"/>
              </a:ext>
            </a:extLst>
          </p:cNvPr>
          <p:cNvCxnSpPr>
            <a:cxnSpLocks/>
            <a:stCxn id="4" idx="2"/>
            <a:endCxn id="11" idx="0"/>
          </p:cNvCxnSpPr>
          <p:nvPr/>
        </p:nvCxnSpPr>
        <p:spPr>
          <a:xfrm rot="16200000" flipH="1">
            <a:off x="7434375" y="-522327"/>
            <a:ext cx="513019" cy="3189768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winkelte Verbindung 26">
            <a:extLst>
              <a:ext uri="{FF2B5EF4-FFF2-40B4-BE49-F238E27FC236}">
                <a16:creationId xmlns:a16="http://schemas.microsoft.com/office/drawing/2014/main" id="{3B998DB4-77A0-9BA4-172C-833BB9231F1E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rot="16200000" flipH="1">
            <a:off x="2368584" y="2072277"/>
            <a:ext cx="727964" cy="2473844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winkelte Verbindung 29">
            <a:extLst>
              <a:ext uri="{FF2B5EF4-FFF2-40B4-BE49-F238E27FC236}">
                <a16:creationId xmlns:a16="http://schemas.microsoft.com/office/drawing/2014/main" id="{173FF34B-F892-9B93-B870-7F5404A73085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rot="16200000" flipH="1">
            <a:off x="3605505" y="3309198"/>
            <a:ext cx="727964" cy="1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winkelte Verbindung 32">
            <a:extLst>
              <a:ext uri="{FF2B5EF4-FFF2-40B4-BE49-F238E27FC236}">
                <a16:creationId xmlns:a16="http://schemas.microsoft.com/office/drawing/2014/main" id="{9506D799-7134-AC53-A560-66903E1417AB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rot="5400000">
            <a:off x="3768614" y="4357837"/>
            <a:ext cx="401748" cy="1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Gewinkelte Verbindung 41">
            <a:extLst>
              <a:ext uri="{FF2B5EF4-FFF2-40B4-BE49-F238E27FC236}">
                <a16:creationId xmlns:a16="http://schemas.microsoft.com/office/drawing/2014/main" id="{15BCF16B-9855-2B8C-6BEE-2A6B8E8AEB0D}"/>
              </a:ext>
            </a:extLst>
          </p:cNvPr>
          <p:cNvCxnSpPr>
            <a:cxnSpLocks/>
            <a:stCxn id="10" idx="2"/>
            <a:endCxn id="8" idx="0"/>
          </p:cNvCxnSpPr>
          <p:nvPr/>
        </p:nvCxnSpPr>
        <p:spPr>
          <a:xfrm rot="5400000">
            <a:off x="4796351" y="2118354"/>
            <a:ext cx="727964" cy="2381690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Gewinkelte Verbindung 44">
            <a:extLst>
              <a:ext uri="{FF2B5EF4-FFF2-40B4-BE49-F238E27FC236}">
                <a16:creationId xmlns:a16="http://schemas.microsoft.com/office/drawing/2014/main" id="{32467020-D3A4-0CC0-728E-0522E1C80D31}"/>
              </a:ext>
            </a:extLst>
          </p:cNvPr>
          <p:cNvCxnSpPr>
            <a:cxnSpLocks/>
            <a:stCxn id="9" idx="2"/>
            <a:endCxn id="10" idx="2"/>
          </p:cNvCxnSpPr>
          <p:nvPr/>
        </p:nvCxnSpPr>
        <p:spPr>
          <a:xfrm rot="5400000" flipH="1" flipV="1">
            <a:off x="4111694" y="2803009"/>
            <a:ext cx="2097276" cy="2381691"/>
          </a:xfrm>
          <a:prstGeom prst="bentConnector3">
            <a:avLst>
              <a:gd name="adj1" fmla="val -45374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0826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Macintosh PowerPoint</Application>
  <PresentationFormat>Breitbild</PresentationFormat>
  <Paragraphs>8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 Hohmann</dc:creator>
  <cp:lastModifiedBy>Martin Hohmann</cp:lastModifiedBy>
  <cp:revision>4</cp:revision>
  <dcterms:created xsi:type="dcterms:W3CDTF">2026-06-28T13:24:20Z</dcterms:created>
  <dcterms:modified xsi:type="dcterms:W3CDTF">2026-07-02T20:41:32Z</dcterms:modified>
</cp:coreProperties>
</file>